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19906"/>
            <a:ext cx="1056640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52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151074"/>
            <a:ext cx="10566400" cy="189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419906"/>
            <a:ext cx="1056640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52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151074"/>
            <a:ext cx="10566400" cy="1894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16986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AUTOMATION | CASE STUDY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9906"/>
            <a:ext cx="10883392" cy="145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Automation Migration: Selenium to Playwright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100275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FD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Faster UI regression through modern automation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67431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 Mrunal Goud | Senior Automation Test Engineer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Selenium Java to Playwright JavaScript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5154930" cy="1842770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81200"/>
            <a:ext cx="46777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2680" y="2387600"/>
            <a:ext cx="4677766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Selenium WebDriver with Java, maintained through locator, assertion and test logic updates to support application changes.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8080" y="1671320"/>
            <a:ext cx="5151120" cy="1849120"/>
          </a:xfrm>
          <a:prstGeom prst="roundRect">
            <a:avLst>
              <a:gd name="adj" fmla="val 5495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532880" y="1976120"/>
            <a:ext cx="46777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2880" y="2382520"/>
            <a:ext cx="4677766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 with JavaScript, using auto-waiting, asynchronous execution and parallel testing for UI regression.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633855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80920"/>
            <a:ext cx="295450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POM-based design and data-driven testing for maintainable suites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633855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280920"/>
            <a:ext cx="2954589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Screenshots and reports to speed up failure analysis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633855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CI/CD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280920"/>
            <a:ext cx="2954589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runs in GitHub Actions for reliable deployment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741170"/>
            <a:ext cx="51308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960880"/>
            <a:ext cx="5284724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50%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3078480"/>
            <a:ext cx="5284724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reduction in UI regression execution time with Playwright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8400" y="1741170"/>
            <a:ext cx="51308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8400" y="1960880"/>
            <a:ext cx="5284724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E8A33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248400" y="3078480"/>
            <a:ext cx="5284724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increase in API automation coverage with REST Assured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t Automation Migration: Selenium to Playwright">
  <a:themeElements>
    <a:clrScheme name="Test Automation Migration: Selenium to Playwright">
      <a:dk1>
        <a:srgbClr val="14213D"/>
      </a:dk1>
      <a:lt1>
        <a:srgbClr val="F4F1EA"/>
      </a:lt1>
      <a:dk2>
        <a:srgbClr val="2A364E"/>
      </a:dk2>
      <a:lt2>
        <a:srgbClr val="BCBDBF"/>
      </a:lt2>
      <a:accent1>
        <a:srgbClr val="E8A33D"/>
      </a:accent1>
      <a:accent2>
        <a:srgbClr val="C9CFDB"/>
      </a:accent2>
      <a:accent3>
        <a:srgbClr val="9AA0A6"/>
      </a:accent3>
      <a:accent4>
        <a:srgbClr val="9A9EA5"/>
      </a:accent4>
      <a:accent5>
        <a:srgbClr val="797F8B"/>
      </a:accent5>
      <a:accent6>
        <a:srgbClr val="575F71"/>
      </a:accent6>
      <a:hlink>
        <a:srgbClr val="0563C1"/>
      </a:hlink>
      <a:folHlink>
        <a:srgbClr val="954F72"/>
      </a:folHlink>
    </a:clrScheme>
    <a:fontScheme name="Test Automation Migration: Selenium to Playwright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Automation Migration: Selenium to Playwright</dc:title>
  <dc:subject/>
  <dc:creator/>
  <cp:lastModifiedBy/>
  <cp:revision>1</cp:revision>
  <dcterms:created xsi:type="dcterms:W3CDTF">2026-10-12T12:44:03Z</dcterms:created>
  <dcterms:modified xsi:type="dcterms:W3CDTF">2026-10-12T12:44:03Z</dcterms:modified>
</cp:coreProperties>
</file>